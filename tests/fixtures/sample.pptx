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重点强调 FOWLP 和 TSV 的工艺差异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先进封装技术进展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Fan-Out WLP and 3D IC Integration</a:t>
            </a:r>
          </a:p>
          <a:p>
            <a:r>
              <a:t>2026 Q2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FOWLP 工艺流程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扇出型晶圆级封装流程概述</a:t>
            </a:r>
          </a:p>
          <a:p>
            <a:r>
              <a:t>关键步骤:</a:t>
            </a:r>
          </a:p>
          <a:p>
            <a:pPr lvl="1"/>
            <a:r>
              <a:rPr sz="1400">
                <a:latin typeface="Times New Roman"/>
              </a:rPr>
              <a:t>RDL formation using semi-additive process</a:t>
            </a:r>
          </a:p>
          <a:p>
            <a:pPr lvl="1"/>
            <a:r>
              <a:rPr>
                <a:latin typeface="Arial"/>
              </a:rPr>
              <a:t>Chip-first 工艺: 先放置芯片再构建重分布层</a:t>
            </a:r>
          </a:p>
          <a:p>
            <a:pPr lvl="1"/>
            <a:r>
              <a:rPr sz="1000">
                <a:latin typeface="Consolas"/>
              </a:rPr>
              <a:t>Through Silicon Via (TSV) for 3D stacking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Yield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良率数据汇总</a:t>
            </a:r>
          </a:p>
          <a:p>
            <a:r>
              <a:t>5nm Node Yield: 95.3% (Q1 2026)</a:t>
            </a:r>
          </a:p>
          <a:p>
            <a:r>
              <a:t>7nm Node Yield: 92.1% (Q1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各节点良率对比</a:t>
            </a:r>
          </a:p>
          <a:p>
            <a:r>
              <a:t>5nm Node Yield: 87.1% (Q2 2026)</a:t>
            </a:r>
          </a:p>
          <a:p>
            <a:r>
              <a:t>7nm Node Yield: 92.1% (Q2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Generation Packaging</a:t>
            </a:r>
          </a:p>
          <a:p>
            <a:r>
              <a:t>CoWoS technology enables high bandwidth memory.</a:t>
            </a:r>
          </a:p>
          <a:p>
            <a:r>
              <a:t>EMIB approach for lower latency interconnect.</a:t>
            </a:r>
          </a:p>
          <a:p>
            <a:r>
              <a:t>Hybrid bonding is key for 3D stacking.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FOWLP adoption increasing in advanced packaging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