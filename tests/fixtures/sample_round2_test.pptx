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半导体工艺报告</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关键参数</a:t>
            </a:r>
          </a:p>
        </p:txBody>
      </p:sp>
      <p:sp>
        <p:nvSpPr>
          <p:cNvPr id="3" name="Content Placeholder 2"/>
          <p:cNvSpPr>
            <a:spLocks noGrp="1"/>
          </p:cNvSpPr>
          <p:nvPr>
            <p:ph idx="1"/>
          </p:nvPr>
        </p:nvSpPr>
        <p:spPr/>
        <p:txBody>
          <a:bodyPr/>
          <a:lstStyle/>
          <a:p/>
        </p:txBody>
      </p:sp>
      <p:sp>
        <p:nvSpPr>
          <p:cNvPr id="4" name="TextBox 3"/>
          <p:cNvSpPr txBox="1"/>
          <p:nvPr/>
        </p:nvSpPr>
        <p:spPr>
          <a:xfrm>
            <a:off x="914400" y="1371600"/>
            <a:ext cx="7315200" cy="4572000"/>
          </a:xfrm>
          <a:prstGeom prst="rect">
            <a:avLst/>
          </a:prstGeom>
          <a:noFill/>
        </p:spPr>
        <p:txBody>
          <a:bodyPr wrap="none">
            <a:spAutoFit/>
          </a:bodyPr>
          <a:lstStyle/>
          <a:p>
            <a:r>
              <a:t>芯片A 良率 95%，功耗 3.3V，线宽 5nm</a:t>
            </a:r>
          </a:p>
          <a:p>
            <a:r>
              <a:t>芯片B 良率 90%，功耗 2.5V，线宽 7nm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这是一个非常非常非常非常非常非常非常非常非常非常非常非常长的标题测试</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关键参数</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测试页</a:t>
            </a:r>
          </a:p>
        </p:txBody>
      </p:sp>
      <p:sp>
        <p:nvSpPr>
          <p:cNvPr id="3" name="Content Placeholder 2"/>
          <p:cNvSpPr>
            <a:spLocks noGrp="1"/>
          </p:cNvSpPr>
          <p:nvPr>
            <p:ph idx="1"/>
          </p:nvPr>
        </p:nvSpPr>
        <p:spPr/>
        <p:txBody>
          <a:bodyPr/>
          <a:lstStyle/>
          <a:p/>
        </p:txBody>
      </p:sp>
      <p:sp>
        <p:nvSpPr>
          <p:cNvPr id="4" name="TextBox 3"/>
          <p:cNvSpPr txBox="1"/>
          <p:nvPr/>
        </p:nvSpPr>
        <p:spPr>
          <a:xfrm>
            <a:off x="914400" y="1371600"/>
            <a:ext cx="7315200" cy="457200"/>
          </a:xfrm>
          <a:prstGeom prst="rect">
            <a:avLst/>
          </a:prstGeom>
          <a:noFill/>
        </p:spPr>
        <p:txBody>
          <a:bodyPr wrap="none">
            <a:spAutoFit/>
          </a:bodyPr>
          <a:lstStyle/>
          <a:p>
            <a:r>
              <a:t>只是一些随机文字，没有任何结论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